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31720"/>
            <a:ext cx="5486400" cy="38100"/>
          </a:xfrm>
          <a:prstGeom prst="rect">
            <a:avLst/>
          </a:prstGeom>
          <a:solidFill>
            <a:srgbClr val="1A2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B564F"/>
                </a:solidFill>
                <a:latin typeface="Calibri"/>
              </a:rPr>
              <a:t>INTERNAL BRIEFING — PLAIN-ENGLISH EDITION   ·   REV. 2026-07-08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5146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A2420"/>
                </a:solidFill>
                <a:latin typeface="Georgia"/>
              </a:rPr>
              <a:t>How GetEvents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4B564F"/>
                </a:solidFill>
                <a:latin typeface="Calibri"/>
              </a:rPr>
              <a:t>What each part of the system does, and how one piece of information travels from a raw web page to a customer's API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THE ONE-SENTENCE 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8813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0800" cy="49377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2420"/>
                </a:solidFill>
                <a:latin typeface="Georgia"/>
              </a:rPr>
              <a:t>We run something like a </a:t>
            </a:r>
            <a:r>
              <a:rPr sz="2600" b="1" i="0">
                <a:solidFill>
                  <a:srgbClr val="2F6F5E"/>
                </a:solidFill>
                <a:latin typeface="Georgia"/>
              </a:rPr>
              <a:t>global newsroom for events.</a:t>
            </a:r>
          </a:p>
          <a:p>
            <a:pPr>
              <a:spcBef>
                <a:spcPts val="1800"/>
              </a:spcBef>
            </a:pPr>
            <a:r>
              <a:rPr sz="2200" b="0" i="0">
                <a:solidFill>
                  <a:srgbClr val="1A2420"/>
                </a:solidFill>
                <a:latin typeface="Georgia"/>
              </a:rPr>
              <a:t>Hundreds of correspondents around the world (data sources) file raw, messy reports. Before a single one reaches a reader — your API customers — it passes through a copy desk that checks it, translates it into a common format, catches duplicate reports of the same story, confirms the facts, adds a map location, files it under the right topic, estimates how big a deal it is, and only then sends it out on the wire.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WHY NOT JUST A WEBSITE?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2420"/>
                </a:solidFill>
                <a:latin typeface="Georgia"/>
              </a:rPr>
              <a:t>This is a data supplier, not a listings 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1A2420"/>
                </a:solidFill>
                <a:latin typeface="Calibri"/>
              </a:rPr>
              <a:t>A ticket-selling website shows events to people. That is not what this is.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1A2420"/>
                </a:solidFill>
                <a:latin typeface="Calibri"/>
              </a:rPr>
              <a:t>Other companies' software — a travel app, a hotel pricing engine, a staffing planner — connects to our API and pulls events automatically, the same way a weather app pulls a forecast.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F6F5E"/>
                </a:solidFill>
                <a:latin typeface="Calibri"/>
              </a:rPr>
              <a:t>Our customer is a computer program, not a person browsing listings — which is exactly why the cleanup work in the middle matters more than how anything looks.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THE ROUTE EVERY PIECE OF INFORMATION 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B564F"/>
                </a:solidFill>
                <a:latin typeface="Calibri"/>
              </a:rPr>
              <a:t>11 stops. No exceptions. Raw data never reaches a customer directly.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1737360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Correspondent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Connector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00200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35424" y="1737360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691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The inbox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Raw Event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00200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84464" y="1737360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691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The translator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Normalizer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34056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" y="2871216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25496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Duplicate-catcher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Deduplicator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734056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5424" y="2871216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25496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Fact-checker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Entity Resolution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734056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4464" y="2871216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825496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Map desk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Geocoder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67912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6384" y="4005072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93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Filing clerk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Category Classifier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867912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35424" y="4005072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593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Crowd forecaster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Attendance Estimator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867912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84464" y="4005072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95935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Ratings desk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Impact Scoring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001768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6384" y="5138928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09320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Master file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Canonical Event Database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001768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35424" y="5138928"/>
            <a:ext cx="457200" cy="457200"/>
          </a:xfrm>
          <a:prstGeom prst="ellipse">
            <a:avLst/>
          </a:prstGeom>
          <a:solidFill>
            <a:srgbClr val="F2F1EC"/>
          </a:solidFill>
          <a:ln w="19050">
            <a:solidFill>
              <a:srgbClr val="2F6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2F6F5E"/>
                </a:solidFill>
                <a:latin typeface="Consolas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09320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A2420"/>
                </a:solidFill>
                <a:latin typeface="Calibri"/>
              </a:rPr>
              <a:t>Wire out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onsolas"/>
              </a:rPr>
              <a:t>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01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Correspondent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the Connector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A small, dedicated piece of code that knows how to talk to exactly one outside source — Ticketmaster, a tourism board, a university calendar, a weather agency. We can run hundreds side by side; adding a new one is a small, contained job.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The Ticketmaster correspondent checks Ticketmaster; the NOAA correspondent checks for severe weather. Neither knows the other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02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The inbox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Raw Event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Everything that comes in is saved exactly as received — untouched — before anyone does anything with it. Think of a mailroom photographing every letter before it's opened.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Nothing from this inbox is ever shown to a customer directly. It only ever moves forward, one desk at a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03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The translator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Normalizer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Every source describes an event differently — dates, field names, units. This desk rewrites every incoming report into one common, consistent shape.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"7/8/26," "08-Jul-2026," and "2026-07-08T00:00" all become the same one format.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04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Duplicate-catcher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Deduplicator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The same concert is often reported by three or four sources at once. This desk notices and merges them into a single 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Ticketmaster, Songkick, and the venue's own site all list "Coldplay, Wembley, Aug 12" — recognized as one event, not three.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05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Fact-checker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Entity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Confirms that the venue, artist, or organizer named in a report are recognized as the same real-world thing every time, no matter how they were spelled.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"MSG," "Madison Square Garden," and "The Garden" are all confirmed as the one 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06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Map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Geocoder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Attaches an exact map location, timezone, and administrative area to the event, even if the original only gave a venue name.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"The O2, London" becomes a precise map pin, Europe/London timezone, and Greenwich, London, UK.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07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Filing clerk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Category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Files the event under the right topic — concert, sport, conference, festival, holiday, severe weather, disaster, health warning — so customers can ask for exactly what they care about.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A wildfire alert is filed under "disasters," not "community events."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08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Crowd forecaster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Attendance Estimator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Estimates how many people are likely to show up, using venue size, past turnout for similar events, and how popular the artist or subject 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A stadium concert by a top-selling act is estimated near full capacity; a local market gets a modest estimate.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09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Ratings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Impact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Turns everything gathered so far into one "how much does this matter" number — crowd size, category, and what else is happening nearby. This is the number a hotel-pricing customer actually wants.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A 60,000-seat stadium concert on a Friday scores far higher impact than a 200-person talk the same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10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Master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Canonical Event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The single, clean, agreed-upon record for the event, after every desk above has done its job. If the event changes later, this record is updated, not duplicated.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This is the only place a customer-facing answer is allowed to come from.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STOP 11 OF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777240" cy="365760"/>
          </a:xfrm>
          <a:prstGeom prst="rect">
            <a:avLst/>
          </a:prstGeom>
          <a:solidFill>
            <a:srgbClr val="EFE3CD"/>
          </a:solidFill>
          <a:ln w="12700">
            <a:solidFill>
              <a:srgbClr val="A2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A2762C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78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2420"/>
                </a:solidFill>
                <a:latin typeface="Georgia"/>
              </a:rPr>
              <a:t>Wire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64F"/>
                </a:solidFill>
                <a:latin typeface="Consolas"/>
              </a:rPr>
              <a:t>a.k.a.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The delivery pipe. Customers' software connects here and asks questions — "what's happening in Austin next weekend" — and gets back clean, scored, categorized answers.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D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92040"/>
            <a:ext cx="38100" cy="123444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420"/>
                </a:solidFill>
                <a:latin typeface="Calibri"/>
              </a:rPr>
              <a:t>Example: </a:t>
            </a:r>
            <a:r>
              <a:rPr sz="1500" b="0" i="0">
                <a:solidFill>
                  <a:srgbClr val="4B564F"/>
                </a:solidFill>
                <a:latin typeface="Calibri"/>
              </a:rPr>
              <a:t>A travel app asks for events near a hotel and receives fully-formed, ready-to-use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FOLLOW ONE CONCERT THROUGH THE WHOLE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1A2420"/>
                </a:solidFill>
                <a:latin typeface="Georgia"/>
              </a:rPr>
              <a:t>Ticketmaster lists “Coldplay — Wembley Stadium — 8/12/26.”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01 Correspondent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645920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The Ticketmaster connector fetches this listing on schedule.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81276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93976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02 Inbox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93976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The exact raw listing is saved untouched.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29332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03 Translator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42032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The date becomes 2026-08-12; fields are relabeled to our standard format.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7388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0088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04 Duplicate-catcher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90088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Songkick and the Wembley site reported the same show — merged into one event.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25444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38144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05 Fact-checker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38144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“Wembley Stadium” and “Coldplay” confirmed as our master records.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73500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06 Map 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886200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Location set to an exact pin in Wembley, London — Europe/London.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21556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34256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07 Filing clerk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334256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Filed under Concerts.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69612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82312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08 Crowd forecaster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782312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Estimated at roughly 90,000 attendees — near full capacity.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217668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230368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09 Ratings desk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230368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Given a high impact score — major road closures, hotel demand expected.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665724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78424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10 Master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678424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Saved as the one canonical record for this concert.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113780"/>
            <a:ext cx="10881360" cy="9525"/>
          </a:xfrm>
          <a:prstGeom prst="rect">
            <a:avLst/>
          </a:prstGeom>
          <a:solidFill>
            <a:srgbClr val="CFC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126480"/>
            <a:ext cx="210312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762C"/>
                </a:solidFill>
                <a:latin typeface="Consolas"/>
              </a:rPr>
              <a:t>11 Wire 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6126480"/>
            <a:ext cx="868680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420"/>
                </a:solidFill>
                <a:latin typeface="Calibri"/>
              </a:rPr>
              <a:t>A hotel-pricing customer's app asks “what's near Wembley in August” and gets this event back.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HOW THE DESKS TALK TO EACH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2420"/>
                </a:solidFill>
                <a:latin typeface="Georgia"/>
              </a:rPr>
              <a:t>Nobody blocks anybody else.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2420"/>
                </a:solidFill>
                <a:latin typeface="Calibri"/>
              </a:rPr>
              <a:t>The moment a desk finishes, it drops a note on a shared line saying “I'm done, here's the result” — the next desk picks it up automatically, whenever it's ready.</a:t>
            </a:r>
          </a:p>
        </p:txBody>
      </p:sp>
      <p:sp>
        <p:nvSpPr>
          <p:cNvPr id="5" name="Chevron 4"/>
          <p:cNvSpPr/>
          <p:nvPr/>
        </p:nvSpPr>
        <p:spPr>
          <a:xfrm>
            <a:off x="640080" y="3108960"/>
            <a:ext cx="457200" cy="457200"/>
          </a:xfrm>
          <a:prstGeom prst="chevron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2420"/>
                </a:solidFill>
                <a:latin typeface="Calibri"/>
              </a:rPr>
              <a:t>Every desk works at its own pace — if the map desk gets busy, it doesn't slow down the filing clerk.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4160520"/>
            <a:ext cx="457200" cy="457200"/>
          </a:xfrm>
          <a:prstGeom prst="chevron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160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2420"/>
                </a:solidFill>
                <a:latin typeface="Calibri"/>
              </a:rPr>
              <a:t>If a note gets dropped and nobody picks it up (an outside mapping service briefly down), it's held safely and retried — nothing quietly disappears.</a:t>
            </a:r>
          </a:p>
        </p:txBody>
      </p:sp>
      <p:sp>
        <p:nvSpPr>
          <p:cNvPr id="9" name="Chevron 8"/>
          <p:cNvSpPr/>
          <p:nvPr/>
        </p:nvSpPr>
        <p:spPr>
          <a:xfrm>
            <a:off x="640080" y="5212080"/>
            <a:ext cx="457200" cy="457200"/>
          </a:xfrm>
          <a:prstGeom prst="chevron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A2420"/>
                </a:solidFill>
                <a:latin typeface="Calibri"/>
              </a:rPr>
              <a:t>A separate scheduler decides when each correspondent should check its source again — every 15 minutes, once a day, whatever fits.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WHY IT'S BUILT THIS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A2420"/>
                </a:solidFill>
                <a:latin typeface="Georgia"/>
              </a:rPr>
              <a:t>One job per desk = scaling to thousands of sources without a rebuild.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53035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6F5E"/>
                </a:solidFill>
                <a:latin typeface="Calibri"/>
              </a:rPr>
              <a:t>Add source #501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2420"/>
                </a:solidFill>
                <a:latin typeface="Calibri"/>
              </a:rPr>
              <a:t>Write one small correspondent — nothing else in the system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286000"/>
            <a:ext cx="53035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514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6F5E"/>
                </a:solidFill>
                <a:latin typeface="Calibri"/>
              </a:rPr>
              <a:t>Improve one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063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2420"/>
                </a:solidFill>
                <a:latin typeface="Calibri"/>
              </a:rPr>
              <a:t>If the duplicate-catcher needs to get smarter, that's the only desk that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53035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6F5E"/>
                </a:solidFill>
                <a:latin typeface="Calibri"/>
              </a:rPr>
              <a:t>A source breaks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2420"/>
                </a:solidFill>
                <a:latin typeface="Calibri"/>
              </a:rPr>
              <a:t>If a website redesigns its page, only that one correspondent is affected — everything else keeps running.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480560"/>
            <a:ext cx="53035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6F5E"/>
                </a:solidFill>
                <a:latin typeface="Calibri"/>
              </a:rPr>
              <a:t>Quality is protected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257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2420"/>
                </a:solidFill>
                <a:latin typeface="Calibri"/>
              </a:rPr>
              <a:t>Raw information is never shown to a customer directly — a messy source can never leak straight through.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762C"/>
                </a:solidFill>
                <a:latin typeface="Calibri"/>
              </a:rPr>
              <a:t>QUICK-REFERENCE GLOSSARY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10881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5577840"/>
              </a:tblGrid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1EC"/>
                          </a:solidFill>
                          <a:latin typeface="Calibri"/>
                        </a:rPr>
                        <a:t>Plain-English name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1EC"/>
                          </a:solidFill>
                          <a:latin typeface="Calibri"/>
                        </a:rPr>
                        <a:t>Technical name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F1EC"/>
                          </a:solidFill>
                          <a:latin typeface="Calibri"/>
                        </a:rPr>
                        <a:t>In one line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Correspondent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Connector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Code that fetches events from one specific outside source.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Inbox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Raw Event Storage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Untouched copy of everything received, kept before cleanup.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Translator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Normalizer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Rewrites every source's format into one common shape.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Duplicate-catcher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Deduplicator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Merges multiple reports of the same event into one.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Fact-checker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Entity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Confirms venues, artists, organizers are the same known entity.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Map desk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Geocoder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Adds exact location, timezone, and administrative area.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Filing clerk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Category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Sorts the event into the right topic/category.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Crowd forecaster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Attendance Estimator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Estimates expected turnout.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Ratings 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Impact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Scores how much the event will affect its surroundings.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Master file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Canonical Event Database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The single clean, authoritative record for the event.</a:t>
                      </a:r>
                    </a:p>
                  </a:txBody>
                  <a:tcPr>
                    <a:solidFill>
                      <a:srgbClr val="DDE8E2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420"/>
                          </a:solidFill>
                          <a:latin typeface="Calibri"/>
                        </a:rPr>
                        <a:t>Wire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B564F"/>
                          </a:solidFill>
                          <a:latin typeface="Consolas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2420"/>
                          </a:solidFill>
                          <a:latin typeface="Calibri"/>
                        </a:rPr>
                        <a:t>How customers' software asks for and receives event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B564F"/>
                </a:solidFill>
                <a:latin typeface="Calibri"/>
              </a:rPr>
              <a:t>GetEvents — Event Intelligence Platform, plain-English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B564F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