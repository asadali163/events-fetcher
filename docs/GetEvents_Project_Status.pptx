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5486400" cy="38100"/>
          </a:xfrm>
          <a:prstGeom prst="rect">
            <a:avLst/>
          </a:prstGeom>
          <a:solidFill>
            <a:srgbClr val="1A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B564F"/>
                </a:solidFill>
                <a:latin typeface="Calibri"/>
              </a:rPr>
              <a:t>PROJECT STATUS &amp; ROADMAP — FOR SUPERVISOR REVIEW   ·   REV. 2026-07-10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6888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A2420"/>
                </a:solidFill>
                <a:latin typeface="Georgia"/>
              </a:rPr>
              <a:t>GetEvents — Where the Project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4B564F"/>
                </a:solidFill>
                <a:latin typeface="Calibri"/>
              </a:rPr>
              <a:t>What we're building, how data flows through it, what's working today, and 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THE VISION, IN ONE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0800" cy="32918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F6F5E"/>
                </a:solidFill>
                <a:latin typeface="Georgia"/>
              </a:rPr>
              <a:t>GetEvents is an event intelligence API</a:t>
            </a:r>
            <a:r>
              <a:rPr sz="2600" b="0" i="0">
                <a:solidFill>
                  <a:srgbClr val="1A2420"/>
                </a:solidFill>
                <a:latin typeface="Georgia"/>
              </a:rPr>
              <a:t> — not a listings website.</a:t>
            </a:r>
          </a:p>
          <a:p>
            <a:pPr>
              <a:spcBef>
                <a:spcPts val="1600"/>
              </a:spcBef>
            </a:pPr>
            <a:r>
              <a:rPr sz="2000" b="0" i="0">
                <a:solidFill>
                  <a:srgbClr val="1A2420"/>
                </a:solidFill>
                <a:latin typeface="Georgia"/>
              </a:rPr>
              <a:t>Other companies' software (travel apps, hotel pricing engines, staffing tools) will query us for what's happening, where, and how big a deal it is: concerts, sports, conferences, festivals, public holidays, disasters, severe weather, health warnings, and more — pulled from hundreds of sources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HOW ONE PIECE OF DATA FLOWS THROUGH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B564F"/>
                </a:solidFill>
                <a:latin typeface="Calibri"/>
              </a:rPr>
              <a:t>Every event, from every source, passes through the same 11 stops before reaching a customer.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" y="1728216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673352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Connector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fetches raw events from one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00200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17136" y="1728216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1673352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Raw storage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saves it exactly as received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66176" y="1728216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673352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Normalizer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rewrites into one common shape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42616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2770632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715768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Deduplicator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merges repeat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42616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2770632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715768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Entity resolution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confirms venue/artist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42616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6" y="2770632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715768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Geocoder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attaches coordinates + timezone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813048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758184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Classifier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files under the right 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685032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17136" y="3813048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3758184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Attendance estimator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forecasts crowd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685032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66176" y="3813048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758184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Impact scoring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rates how much it matters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727448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" y="4855464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800600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Canonical database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the one clean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727448"/>
            <a:ext cx="36118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17136" y="4855464"/>
            <a:ext cx="384048" cy="384048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F6F5E"/>
                </a:solidFill>
                <a:latin typeface="Consolas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4800600"/>
            <a:ext cx="28620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A2420"/>
                </a:solidFill>
                <a:latin typeface="Calibri"/>
              </a:rPr>
              <a:t>API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B564F"/>
                </a:solidFill>
                <a:latin typeface="Calibri"/>
              </a:rPr>
              <a:t>customers query it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BUILD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B564F"/>
                </a:solidFill>
                <a:latin typeface="Calibri"/>
              </a:rPr>
              <a:t>Prove the pipeline with one real source first — not all 1000+ connectors up front.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6F5E"/>
                </a:solidFill>
                <a:latin typeface="Calibri"/>
              </a:rPr>
              <a:t>Connectors as plugins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Each source (API or scraper) does the same four jobs: discover, fetch, normalize, validate. Adding source #501 later shouldn't touch anything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74519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7568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6F5E"/>
                </a:solidFill>
                <a:latin typeface="Calibri"/>
              </a:rPr>
              <a:t>Source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A hand-maintained file lists every source and which countries it covers. Asking for a city automatically resolves to the relevant 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79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024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6F5E"/>
                </a:solidFill>
                <a:latin typeface="Calibri"/>
              </a:rPr>
              <a:t>Shared coordinates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7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A lightweight local database caches venue coordinates the first time they're found — no repeated geocoding for the same 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69079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70247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6F5E"/>
                </a:solidFill>
                <a:latin typeface="Calibri"/>
              </a:rPr>
              <a:t>Mixed source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7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1–2 real APIs (Ticketmaster and similar) plus many scraped sources, some country-specific, some multi-country — the registry treats both the same 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Full system architecture designed — bounded contexts, pipeline stages, folder structure documented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9339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Local development environment set up (isolated Python environment, dependency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15184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Ticketmaster connector prototype built — fetches, normalizes, and validates real events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Venue coordinates confirmed available directly from Ticketmaster — no geocoding needed for this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587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Shared coordinates database built and tested (first-writer-wins on conflicts)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F6F5E"/>
                </a:solidFill>
                <a:latin typeface="Consolas"/>
              </a:rPr>
              <a:t>[x]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Source registry built and tested — correctly filters sources by 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0235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2762C"/>
                </a:solidFill>
                <a:latin typeface="Consolas"/>
              </a:rPr>
              <a:t>[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0235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Wire Ticketmaster connector to write into the shared coordinates database (immediate next step)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ROADMAP — 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44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Finish wiring Ticketmaster to the coordinates database and registry-based dispatch.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2140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Onboard the other 1–2 confirmed API sources using the same pattern.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Build the first scraper-based connector to prove the “geocode on cache-miss” path works end-to-end.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75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Formalize working connectors into the plugin structure (standard base class, manifest file per source).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531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Stand up shared infrastructure (proper database, message queue) once several connectors run concurrently.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303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Scale out scraper connectors country by country, prioritized by target markets.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OPEN QUESTIONS FOR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881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64208"/>
            <a:ext cx="210312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A2762C"/>
                </a:solidFill>
                <a:latin typeface="Calibri"/>
              </a:rPr>
              <a:t>Priority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Which countries/cities should we prioritize first once we move past France as the proving ground?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10881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72968"/>
            <a:ext cx="210312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A2762C"/>
                </a:solidFill>
                <a:latin typeface="Calibri"/>
              </a:rPr>
              <a:t>Source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301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Are paid geocoding APIs or scraping proxy services in scope if free tiers become a bottleneck?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681728"/>
            <a:ext cx="210312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A2762C"/>
                </a:solidFill>
                <a:latin typeface="Calibri"/>
              </a:rP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What's a realistic checkpoint for “N sources live end-to-end” as the next milestone?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Project Status &amp;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